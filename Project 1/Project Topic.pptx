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402" y="-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CAA0E-FC23-4778-80DD-5755767564A2}" type="datetimeFigureOut">
              <a:rPr lang="en-US" smtClean="0"/>
              <a:t>23-Aug-21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018C-055A-4EE6-9ABA-F23E0AD43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99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CAA0E-FC23-4778-80DD-5755767564A2}" type="datetimeFigureOut">
              <a:rPr lang="en-US" smtClean="0"/>
              <a:t>23-Aug-21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018C-055A-4EE6-9ABA-F23E0AD43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959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CAA0E-FC23-4778-80DD-5755767564A2}" type="datetimeFigureOut">
              <a:rPr lang="en-US" smtClean="0"/>
              <a:t>23-Aug-21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018C-055A-4EE6-9ABA-F23E0AD43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175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CAA0E-FC23-4778-80DD-5755767564A2}" type="datetimeFigureOut">
              <a:rPr lang="en-US" smtClean="0"/>
              <a:t>23-Aug-21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018C-055A-4EE6-9ABA-F23E0AD43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52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CAA0E-FC23-4778-80DD-5755767564A2}" type="datetimeFigureOut">
              <a:rPr lang="en-US" smtClean="0"/>
              <a:t>23-Aug-21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018C-055A-4EE6-9ABA-F23E0AD43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18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CAA0E-FC23-4778-80DD-5755767564A2}" type="datetimeFigureOut">
              <a:rPr lang="en-US" smtClean="0"/>
              <a:t>23-Aug-21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018C-055A-4EE6-9ABA-F23E0AD43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357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CAA0E-FC23-4778-80DD-5755767564A2}" type="datetimeFigureOut">
              <a:rPr lang="en-US" smtClean="0"/>
              <a:t>23-Aug-21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018C-055A-4EE6-9ABA-F23E0AD43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59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CAA0E-FC23-4778-80DD-5755767564A2}" type="datetimeFigureOut">
              <a:rPr lang="en-US" smtClean="0"/>
              <a:t>23-Aug-21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018C-055A-4EE6-9ABA-F23E0AD43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32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CAA0E-FC23-4778-80DD-5755767564A2}" type="datetimeFigureOut">
              <a:rPr lang="en-US" smtClean="0"/>
              <a:t>23-Aug-21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018C-055A-4EE6-9ABA-F23E0AD43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698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CAA0E-FC23-4778-80DD-5755767564A2}" type="datetimeFigureOut">
              <a:rPr lang="en-US" smtClean="0"/>
              <a:t>23-Aug-21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018C-055A-4EE6-9ABA-F23E0AD43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630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CAA0E-FC23-4778-80DD-5755767564A2}" type="datetimeFigureOut">
              <a:rPr lang="en-US" smtClean="0"/>
              <a:t>23-Aug-21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018C-055A-4EE6-9ABA-F23E0AD43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618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CAA0E-FC23-4778-80DD-5755767564A2}" type="datetimeFigureOut">
              <a:rPr lang="en-US" smtClean="0"/>
              <a:t>23-Aug-21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0018C-055A-4EE6-9ABA-F23E0AD43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70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Project Topic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Rainfall data(India)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29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I used pig over hive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Because I have done research-work on the dataset.</a:t>
            </a:r>
          </a:p>
          <a:p>
            <a:r>
              <a:rPr lang="en-US" dirty="0" smtClean="0"/>
              <a:t>Filter out the answer of questions that is beneficial for business like</a:t>
            </a:r>
          </a:p>
          <a:p>
            <a:r>
              <a:rPr lang="en-US" dirty="0" smtClean="0"/>
              <a:t>A) which season is good for travelling?</a:t>
            </a:r>
          </a:p>
          <a:p>
            <a:r>
              <a:rPr lang="en-US" dirty="0" smtClean="0"/>
              <a:t>B)which month is good for </a:t>
            </a:r>
            <a:r>
              <a:rPr lang="en-US" dirty="0" err="1" smtClean="0"/>
              <a:t>kharif</a:t>
            </a:r>
            <a:r>
              <a:rPr lang="en-US" dirty="0" smtClean="0"/>
              <a:t> crops ,because it needs more rain etc.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725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Whats</a:t>
            </a:r>
            <a:r>
              <a:rPr lang="en-US" dirty="0" smtClean="0"/>
              <a:t> in my dataset?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+mj-lt"/>
              </a:rPr>
              <a:t>my dataset is consist of data of rain from every state from 1907-2017,</a:t>
            </a:r>
          </a:p>
          <a:p>
            <a:r>
              <a:rPr lang="en-US" dirty="0" smtClean="0">
                <a:latin typeface="+mj-lt"/>
              </a:rPr>
              <a:t>Rain fall data recorded every month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18503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-990600"/>
            <a:ext cx="7772400" cy="3448050"/>
          </a:xfrm>
        </p:spPr>
        <p:txBody>
          <a:bodyPr/>
          <a:lstStyle/>
          <a:p>
            <a:r>
              <a:rPr lang="en-US" dirty="0" smtClean="0"/>
              <a:t>Operations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371600"/>
            <a:ext cx="6400800" cy="22860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Finding out number of states</a:t>
            </a:r>
          </a:p>
          <a:p>
            <a:r>
              <a:rPr lang="en-US" dirty="0" smtClean="0"/>
              <a:t>a)</a:t>
            </a:r>
            <a:r>
              <a:rPr lang="en-US" dirty="0" err="1" smtClean="0"/>
              <a:t>total_subdivision</a:t>
            </a:r>
            <a:r>
              <a:rPr lang="en-US" dirty="0" smtClean="0"/>
              <a:t> using FOREACH keyword</a:t>
            </a:r>
          </a:p>
          <a:p>
            <a:r>
              <a:rPr lang="en-US" dirty="0" smtClean="0"/>
              <a:t>b)</a:t>
            </a:r>
            <a:r>
              <a:rPr lang="en-US" dirty="0" err="1" smtClean="0"/>
              <a:t>total_subdivision</a:t>
            </a:r>
            <a:r>
              <a:rPr lang="en-US" dirty="0" smtClean="0"/>
              <a:t> using DISTINCT</a:t>
            </a:r>
          </a:p>
          <a:p>
            <a:r>
              <a:rPr lang="en-US" dirty="0" smtClean="0"/>
              <a:t>Harnessed:- 33 records rows from 4187 records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604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What questions I asked from my </a:t>
            </a:r>
            <a:r>
              <a:rPr lang="en-US" dirty="0" err="1" smtClean="0"/>
              <a:t>programme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Q-average rainfall of each state </a:t>
            </a:r>
            <a:r>
              <a:rPr lang="en-US" dirty="0" err="1" smtClean="0"/>
              <a:t>quartely</a:t>
            </a:r>
            <a:endParaRPr lang="en-US" dirty="0" smtClean="0"/>
          </a:p>
          <a:p>
            <a:r>
              <a:rPr lang="en-US" dirty="0" smtClean="0"/>
              <a:t>Q-average rainfall of each state every month</a:t>
            </a:r>
          </a:p>
          <a:p>
            <a:r>
              <a:rPr lang="en-US" dirty="0" smtClean="0"/>
              <a:t>Q- average rainfall of each state in past 10 years</a:t>
            </a:r>
          </a:p>
          <a:p>
            <a:r>
              <a:rPr lang="en-US" dirty="0" smtClean="0"/>
              <a:t>Q-average rainfall of each state in past 20 years</a:t>
            </a:r>
          </a:p>
        </p:txBody>
      </p:sp>
    </p:spTree>
    <p:extLst>
      <p:ext uri="{BB962C8B-B14F-4D97-AF65-F5344CB8AC3E}">
        <p14:creationId xmlns:p14="http://schemas.microsoft.com/office/powerpoint/2010/main" val="3726079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Harnessed data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Goa tourism ,</a:t>
            </a:r>
            <a:r>
              <a:rPr lang="en-US" dirty="0" err="1" smtClean="0"/>
              <a:t>rabi</a:t>
            </a:r>
            <a:r>
              <a:rPr lang="en-US" dirty="0" smtClean="0"/>
              <a:t> crop in </a:t>
            </a:r>
            <a:r>
              <a:rPr lang="en-US" dirty="0" err="1" smtClean="0"/>
              <a:t>assam</a:t>
            </a:r>
            <a:r>
              <a:rPr lang="en-US" dirty="0" smtClean="0"/>
              <a:t> ,</a:t>
            </a:r>
            <a:r>
              <a:rPr lang="en-US" dirty="0" err="1" smtClean="0"/>
              <a:t>bihar</a:t>
            </a:r>
            <a:r>
              <a:rPr lang="en-US" dirty="0"/>
              <a:t>.</a:t>
            </a:r>
            <a:endParaRPr lang="en-US" dirty="0" smtClean="0"/>
          </a:p>
          <a:p>
            <a:r>
              <a:rPr lang="en-US" dirty="0" err="1" smtClean="0"/>
              <a:t>kharif</a:t>
            </a:r>
            <a:r>
              <a:rPr lang="en-US" dirty="0" smtClean="0"/>
              <a:t> crop in </a:t>
            </a:r>
            <a:r>
              <a:rPr lang="en-US" dirty="0" err="1" smtClean="0"/>
              <a:t>assam</a:t>
            </a:r>
            <a:r>
              <a:rPr lang="en-US" dirty="0" smtClean="0"/>
              <a:t>, </a:t>
            </a:r>
            <a:r>
              <a:rPr lang="en-US" dirty="0" err="1" smtClean="0"/>
              <a:t>bihar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081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screenshots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064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160</Words>
  <Application>Microsoft Office PowerPoint</Application>
  <PresentationFormat>On-screen Show (4:3)</PresentationFormat>
  <Paragraphs>24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Project Topic</vt:lpstr>
      <vt:lpstr>Why I used pig over hive</vt:lpstr>
      <vt:lpstr>Whats in my dataset? </vt:lpstr>
      <vt:lpstr>Operations</vt:lpstr>
      <vt:lpstr>What questions I asked from my programme</vt:lpstr>
      <vt:lpstr>Harnessed data</vt:lpstr>
      <vt:lpstr>screenshots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Topic</dc:title>
  <dc:creator>S Shankar Prince</dc:creator>
  <cp:lastModifiedBy>S Shankar Prince</cp:lastModifiedBy>
  <cp:revision>6</cp:revision>
  <dcterms:created xsi:type="dcterms:W3CDTF">2021-08-23T05:43:17Z</dcterms:created>
  <dcterms:modified xsi:type="dcterms:W3CDTF">2021-08-23T08:15:18Z</dcterms:modified>
</cp:coreProperties>
</file>